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9C7D2-1D92-AA53-A0E3-5ADC4B624B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817C4A-B513-C2AB-7581-9BC7940B67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FB57EE-C02D-364B-E217-D00E63B8E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FA815-FA6B-49EF-8788-4536B480E67B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CE186-ED6F-262E-BFC7-8764C9C2F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27151C-B7F2-F6AA-93C2-8C1401E34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E9DDA-0B96-4AE7-9498-6CEB0C00F9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7047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28A1B-532D-B53B-8FBA-A7D22177B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972CD-C66D-7094-3A41-6D67D511B3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342067-5BD5-6B2D-A001-56E3D2BA4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FA815-FA6B-49EF-8788-4536B480E67B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E4D13-44F7-6C09-036F-65C7D4CA8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02D70-9AE2-4A55-58B6-5B6A85170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E9DDA-0B96-4AE7-9498-6CEB0C00F9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91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CED97-12D7-EA57-8D00-DEFE2E6FA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E7EAD4-FA00-DC6C-62D2-FA72BE196C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48B03-5692-A07C-5C03-95EA3A45D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FA815-FA6B-49EF-8788-4536B480E67B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AD474A-756A-8BF1-69C4-012BAAB94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7F051-E30B-A1F7-B10C-5F8BBC33D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E9DDA-0B96-4AE7-9498-6CEB0C00F9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4171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7AA15-F866-42DB-D2C5-C12A7AE61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87BDD-12F2-5989-8F34-61ECA907CC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D7B1D0-1E09-5657-0959-61869EA983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95BC9E-DA88-E1E4-F415-F78E1FCB7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FA815-FA6B-49EF-8788-4536B480E67B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966953-7C08-5C85-DF5B-E05161C65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2EEF52-3659-7DA6-66FC-D3A555790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E9DDA-0B96-4AE7-9498-6CEB0C00F9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3054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2445C-0BF3-E39D-2A68-68A1FE6E8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D4F4D1-FE1F-8C72-B97B-1C84C4AE9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A0328C-AF35-989A-6D98-60FBD3532F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5FE0BF-4565-DFC1-A48F-1F76EC53A4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FD77A3-8892-3237-FCAB-2D6564B616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B6AF7E-C185-04D2-A105-EFE956610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FA815-FA6B-49EF-8788-4536B480E67B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43DF5B-1BF9-8F80-20C3-DBFA9483C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388AD4-4D66-66A3-15A0-F71EF53DB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E9DDA-0B96-4AE7-9498-6CEB0C00F9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2776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ACD31-2FB2-D2D1-554A-DE5C5A5C5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588121-5F33-234B-EB34-7228DE8C1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FA815-FA6B-49EF-8788-4536B480E67B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5C8233-DE57-3562-15B6-D419186F1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62FB2E-C648-673E-E41E-91B4EF46E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E9DDA-0B96-4AE7-9498-6CEB0C00F9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832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C189D9-3271-17DC-EA7E-6AC09B8E3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FA815-FA6B-49EF-8788-4536B480E67B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6D6E3D-351F-6567-E5F4-2D31CB40C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67F01E-9328-DB4D-7157-FAF215649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E9DDA-0B96-4AE7-9498-6CEB0C00F9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3535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2DBD8-430B-6532-8028-92B1FA992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8EACB-358F-C6F7-1E61-B5C4A1E4FF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80A0B5-0FD5-23F7-174B-5E67ABAC11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2BC522-E1B7-1698-E89E-B0119EFCA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FA815-FA6B-49EF-8788-4536B480E67B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B2D1D-85C3-6FC5-0E60-84EAF4F2C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3F319-1634-3071-8432-298989EB1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E9DDA-0B96-4AE7-9498-6CEB0C00F9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1333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8EB68-CE2B-5A74-02E6-7EDC36B31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5D8FBA-FF46-B389-7682-927F00FAA1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538252-9456-5027-3B87-FA5B6AB64B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063C10-9190-C47A-B60D-34D4EF4F0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FA815-FA6B-49EF-8788-4536B480E67B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031719-4E3F-0E9B-AEC4-8D27E3298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F253CA-1327-1B92-B8F6-12E40143F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E9DDA-0B96-4AE7-9498-6CEB0C00F9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3599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9EE4F-007C-4885-0EBD-C6FD52D61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51057-BB3D-598A-7D46-383449CF98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7BE45-523B-E8C3-431D-EDB6FDD3A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FA815-FA6B-49EF-8788-4536B480E67B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4B3E9-F7DE-70BF-3243-D29F285FF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656D3-D4A6-4953-68CC-00463A046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E9DDA-0B96-4AE7-9498-6CEB0C00F9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9724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0A2D9D-6668-2F4E-4B65-C426CF09EE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BE54A3-3FC4-D37A-45C6-1A20BEAF48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CF2A04-FE7F-4D07-C28B-313C5BD85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FA815-FA6B-49EF-8788-4536B480E67B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EB56D-A3E1-2929-9D8A-5EB8C46CB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621B80-97B4-EB45-A7F2-BE690A079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E9DDA-0B96-4AE7-9498-6CEB0C00F9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411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EC62FF-7640-6A71-F8AE-66186799D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0999F9-5A70-B4F7-EB74-56A1510FF5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212CC-B892-7DF3-E97D-82732635DA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9FA815-FA6B-49EF-8788-4536B480E67B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59EA63-333B-9775-4903-90DC18B86C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C090D-E516-AF6E-92CF-0C73A9C54D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7E9DDA-0B96-4AE7-9498-6CEB0C00F9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297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579AD-49E9-0FCC-D232-3A48CD306E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7790CB-4A3F-60D9-87FF-A94B3993FA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572889-5A0E-5321-7CDE-7B53F5967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659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F5EA2-F031-F0A1-EFCB-13D142B64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B7424-D457-4D08-D91C-833074251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C7FB19-410C-2B65-706F-D7101E25E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211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812C4-71C1-CFFC-E1E7-554DEB125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CE31F-CD86-186B-B803-0B51C77EC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59B0B8-F1E4-E9E5-C0AE-97EF85B691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997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D4CB6-DC1A-4A9B-8A22-0C728BBFE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C5CF1-0B25-A342-B542-F3DACD1236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131C9A-130A-7882-3979-06D9D2545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661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2F72D-E13E-6640-A9FE-7E3B9CA13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35721-BE92-4CFB-3592-85DBC152C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0ED0E1-191A-E437-F69E-72A6C41A8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521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kalyani patange</dc:creator>
  <cp:lastModifiedBy>kalyani patange</cp:lastModifiedBy>
  <cp:revision>1</cp:revision>
  <dcterms:created xsi:type="dcterms:W3CDTF">2026-04-22T05:32:13Z</dcterms:created>
  <dcterms:modified xsi:type="dcterms:W3CDTF">2026-04-22T05:32:36Z</dcterms:modified>
</cp:coreProperties>
</file>