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352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54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89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58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67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017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6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223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636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40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485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300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86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581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8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074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5366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075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2236BC-7800-48BF-97A0-4AB924D3BC3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6A3BA4B-A4B7-4586-8A41-52B470E5EB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01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  <p:sldLayoutId id="2147483837" r:id="rId17"/>
    <p:sldLayoutId id="214748383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599E5-CEF4-0F6B-B79F-AEC9C432E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8248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Code Basics</a:t>
            </a:r>
            <a:br>
              <a:rPr lang="en-US" b="1" dirty="0"/>
            </a:br>
            <a:r>
              <a:rPr lang="en-US" b="1" dirty="0"/>
              <a:t>Resume Project Challenge</a:t>
            </a:r>
            <a:br>
              <a:rPr lang="en-US" b="1" dirty="0"/>
            </a:br>
            <a:r>
              <a:rPr lang="en-US" b="1" dirty="0"/>
              <a:t>#13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C7C3C-457C-B054-5AEF-7A7521A05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3506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Provide Insights to Chief of Operations in Transportation Domain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Good cabs Transportation Trends and Insights</a:t>
            </a:r>
          </a:p>
          <a:p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 </a:t>
            </a:r>
          </a:p>
          <a:p>
            <a:pPr algn="l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Kalyani Khandke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915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E049-35A2-1841-36A5-F180E7C84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30139"/>
          </a:xfrm>
        </p:spPr>
        <p:txBody>
          <a:bodyPr/>
          <a:lstStyle/>
          <a:p>
            <a:r>
              <a:rPr lang="en-US" b="1" u="sng" dirty="0"/>
              <a:t>Agenda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C853E-5866-BE98-D826-6123DB81B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769"/>
            <a:ext cx="10515600" cy="498296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1.Introduction - Overview of a Project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2.Key Metrics Overview - KPI Analysis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3.Data Model- Relationship and data Modeling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4.Primary Questions - Drive the deep analysis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5.Secondary Questions – More data insights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6.Dashboard- Understand the data through Visual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7.Key Insights –Meaningful solution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8.Recomandation – Overcome the problem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650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65DA-6074-19FE-D0CB-B1C1DB625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6402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E781C7-EFE4-E589-2B28-3C908B61A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834" y="1327935"/>
            <a:ext cx="6018492" cy="420213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6AD6D4-0E4B-68DD-5523-EA9ADF891423}"/>
              </a:ext>
            </a:extLst>
          </p:cNvPr>
          <p:cNvSpPr txBox="1"/>
          <p:nvPr/>
        </p:nvSpPr>
        <p:spPr>
          <a:xfrm>
            <a:off x="297951" y="1520575"/>
            <a:ext cx="558914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Goodcabs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 Cab Service company which focused on tire -2 cities in India.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local drivers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aims to deliver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excellent passenger service.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Operates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 tier-2 cities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across India.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Goodcabs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Management Team aims to access the company’s performance across key metrics, including trip volume, passenger Satisfaction , Repeat passenger rate , trip distribution rate and balance between new and Repeated passenger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936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E96A1-9CA5-5DE6-A3B7-1EEEB96A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Metrics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9311-278A-401B-7C22-C3B01498A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301"/>
            <a:ext cx="10515600" cy="46666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Trips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Total Fare(Revenue)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Total Distance Travelled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Passenger Avg. Rating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Driver Avg. Rating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Avg. fare per Trip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Avg. fare per KM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New vs Repeated Passenger Rate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Trip Distance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Repeat passenger rate</a:t>
            </a:r>
          </a:p>
          <a:p>
            <a:endParaRPr lang="en-US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428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A547D-A91C-20BC-5BB4-A5D2BAE9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83577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Data Model</a:t>
            </a:r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6F082A-44A8-6A7B-F4B2-8799FE0C7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7546"/>
            <a:ext cx="12191999" cy="6200454"/>
          </a:xfrm>
        </p:spPr>
      </p:pic>
    </p:spTree>
    <p:extLst>
      <p:ext uri="{BB962C8B-B14F-4D97-AF65-F5344CB8AC3E}">
        <p14:creationId xmlns:p14="http://schemas.microsoft.com/office/powerpoint/2010/main" val="39570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BA2A-C7C4-E793-B7A6-66DEA0B7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43D3E-7626-7429-3A5B-DFA573D2F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4802"/>
            <a:ext cx="10515600" cy="2520344"/>
          </a:xfrm>
        </p:spPr>
        <p:txBody>
          <a:bodyPr/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Primary Questions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57576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7C2D-0D9D-CEBB-9FAD-B0BEC55AF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655"/>
            <a:ext cx="10515600" cy="64648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+mn-lt"/>
              </a:rPr>
              <a:t>Q.1  Identify Top 3 and Bottom 3 cities by total trips over entire analysis periods</a:t>
            </a:r>
            <a:endParaRPr lang="en-IN" sz="2000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3444DC-73B5-EF9B-E0E2-9F2592F51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41" y="863029"/>
            <a:ext cx="4750884" cy="584599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E898EB-7CFC-2EE4-580D-ED3F37612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683" y="3133617"/>
            <a:ext cx="3839542" cy="36315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2D7933-DD1F-1531-8C02-687B6467D1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610" y="2445248"/>
            <a:ext cx="4274049" cy="43622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A3BE192-086D-5FD1-B7D5-0BFED53CA688}"/>
              </a:ext>
            </a:extLst>
          </p:cNvPr>
          <p:cNvSpPr txBox="1"/>
          <p:nvPr/>
        </p:nvSpPr>
        <p:spPr>
          <a:xfrm>
            <a:off x="4970980" y="1522323"/>
            <a:ext cx="2250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Top 3 Cities-</a:t>
            </a:r>
          </a:p>
          <a:p>
            <a:r>
              <a:rPr lang="en-US" dirty="0"/>
              <a:t>Jaipur-76.9 K</a:t>
            </a:r>
          </a:p>
          <a:p>
            <a:r>
              <a:rPr lang="en-US" dirty="0"/>
              <a:t>Lucknow-64.3K</a:t>
            </a:r>
          </a:p>
          <a:p>
            <a:r>
              <a:rPr lang="en-US" dirty="0"/>
              <a:t>Surat -54.8 K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1585CC-16D9-6201-05ED-96E9A77FB26C}"/>
              </a:ext>
            </a:extLst>
          </p:cNvPr>
          <p:cNvSpPr txBox="1"/>
          <p:nvPr/>
        </p:nvSpPr>
        <p:spPr>
          <a:xfrm>
            <a:off x="8733890" y="1131031"/>
            <a:ext cx="2619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Bottom 3 Cities-</a:t>
            </a:r>
          </a:p>
          <a:p>
            <a:r>
              <a:rPr lang="en-US" dirty="0"/>
              <a:t>Vishakhapatnam-28.4k</a:t>
            </a:r>
          </a:p>
          <a:p>
            <a:r>
              <a:rPr lang="en-IN" dirty="0"/>
              <a:t>Coimbatore-21.1k</a:t>
            </a:r>
          </a:p>
          <a:p>
            <a:r>
              <a:rPr lang="en-IN" dirty="0"/>
              <a:t>Mysore-16.2 k</a:t>
            </a:r>
          </a:p>
        </p:txBody>
      </p:sp>
    </p:spTree>
    <p:extLst>
      <p:ext uri="{BB962C8B-B14F-4D97-AF65-F5344CB8AC3E}">
        <p14:creationId xmlns:p14="http://schemas.microsoft.com/office/powerpoint/2010/main" val="1078501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D9A3-4B9E-098D-B1B6-090A807F5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-308225"/>
            <a:ext cx="10364451" cy="252291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Q.</a:t>
            </a:r>
            <a:r>
              <a:rPr lang="en-US" sz="1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Average. Fare per Trip by City</a:t>
            </a:r>
            <a:br>
              <a:rPr 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Calculate The avg. fare Trip for Each City and compare it with city's avg trip distance . Identify Cities  with highest and lowest avg. fare per trip to access pricing efficiency </a:t>
            </a:r>
            <a:endParaRPr lang="en-IN" sz="1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E767DE-E840-D3C7-1B9E-4847033E3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1941"/>
            <a:ext cx="7350303" cy="44569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D06486-4099-CB2C-52C5-0B16827EE334}"/>
              </a:ext>
            </a:extLst>
          </p:cNvPr>
          <p:cNvSpPr txBox="1"/>
          <p:nvPr/>
        </p:nvSpPr>
        <p:spPr>
          <a:xfrm>
            <a:off x="8650840" y="1871941"/>
            <a:ext cx="24863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Highest Avg fare per Trip 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Jaipur -483 Rs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Lowest Avg fare Per trip-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-Surat – 117 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6260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47B3-29AC-EF21-5943-21534346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87331"/>
            <a:ext cx="10364451" cy="1298739"/>
          </a:xfrm>
        </p:spPr>
        <p:txBody>
          <a:bodyPr>
            <a:normAutofit fontScale="90000"/>
          </a:bodyPr>
          <a:lstStyle/>
          <a:p>
            <a:r>
              <a:rPr lang="en-US" sz="1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Q3. Average Rating by City and Passenger Type</a:t>
            </a:r>
            <a:br>
              <a:rPr lang="en-US" sz="1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1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Calculate average passenger and driver rating for each city, </a:t>
            </a:r>
            <a:r>
              <a:rPr lang="en-US" sz="18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segemneted</a:t>
            </a:r>
            <a:r>
              <a:rPr 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by passenger type(new vs Repeated). Identify cities with highest and lowest avg rating</a:t>
            </a:r>
            <a:endParaRPr lang="en-IN" sz="1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EA491-B809-E38A-FA2F-BDC981421F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62" y="2465799"/>
            <a:ext cx="6113122" cy="439220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3CB386-7822-4443-60C3-E0360DAEF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784" y="2465799"/>
            <a:ext cx="5562803" cy="43048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C2DE5D-76F7-E7B2-7B67-1744ADC748D4}"/>
              </a:ext>
            </a:extLst>
          </p:cNvPr>
          <p:cNvSpPr txBox="1"/>
          <p:nvPr/>
        </p:nvSpPr>
        <p:spPr>
          <a:xfrm>
            <a:off x="626724" y="1602769"/>
            <a:ext cx="5219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Highest Rating- </a:t>
            </a:r>
            <a:r>
              <a:rPr lang="en-US" dirty="0"/>
              <a:t>Mysore ,Jaipur, Kochi </a:t>
            </a:r>
          </a:p>
          <a:p>
            <a:r>
              <a:rPr lang="en-US" b="1" dirty="0"/>
              <a:t>Lowest Rating </a:t>
            </a:r>
            <a:r>
              <a:rPr lang="en-US" dirty="0"/>
              <a:t>– Vadodara, Lucknow, Surat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52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0C8BD-1125-8A1A-FC80-7F2E69F5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2214694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Q.4 Peak and Low Demand Months By city</a:t>
            </a:r>
            <a:br>
              <a:rPr lang="en-US" sz="1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Calculate Month wise Highest Total Trip (High Demand) and Month wise lowest trip (Low Demand)</a:t>
            </a:r>
            <a:endParaRPr lang="en-IN" sz="1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AC76D2-354B-749C-37D6-8E3DF4F3D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73" y="1690689"/>
            <a:ext cx="6616558" cy="480218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BE4DB4-2168-A324-7F99-03F2A64727BF}"/>
              </a:ext>
            </a:extLst>
          </p:cNvPr>
          <p:cNvSpPr txBox="1"/>
          <p:nvPr/>
        </p:nvSpPr>
        <p:spPr>
          <a:xfrm>
            <a:off x="7561780" y="1777429"/>
            <a:ext cx="3873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Peak Months- </a:t>
            </a:r>
            <a:r>
              <a:rPr lang="en-US" sz="2000" dirty="0"/>
              <a:t>April, May</a:t>
            </a:r>
          </a:p>
          <a:p>
            <a:r>
              <a:rPr lang="en-US" sz="2000" b="1" dirty="0"/>
              <a:t>Low Demand Month </a:t>
            </a:r>
            <a:r>
              <a:rPr lang="en-US" sz="2000" dirty="0"/>
              <a:t>- June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10420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C567B-5C07-BCF4-1C9A-A021A8D6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1736332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 Weekend Vs Weekday Trip Demand City</a:t>
            </a:r>
            <a:br>
              <a:rPr 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Compare the total trips taken on weekend Vs Weekday for each City Over the six month </a:t>
            </a:r>
            <a:endParaRPr lang="en-IN" sz="18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DC8F85-19E7-35E6-1411-831860C2D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46" y="1931542"/>
            <a:ext cx="7427383" cy="44384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AF4363-22FC-69D2-992C-223FFFC1D4DB}"/>
              </a:ext>
            </a:extLst>
          </p:cNvPr>
          <p:cNvSpPr txBox="1"/>
          <p:nvPr/>
        </p:nvSpPr>
        <p:spPr>
          <a:xfrm>
            <a:off x="8280971" y="1849348"/>
            <a:ext cx="25788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Weekday Trip Demand Cities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Lucknow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Surat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Vadodara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Coimbatore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Vishakhapatnam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Weekend Trip Demand Citi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Jaipur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Kochi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Chandigarh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574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2E83-99D4-A3FF-3D53-1E9DAFA96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01802"/>
            <a:ext cx="10364451" cy="159617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Q.7 Repeat Passenger Frequency and City Contribution Analysis</a:t>
            </a:r>
            <a:b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Analysis the Frequency of Trip  taken by repeat passengers in Each City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D7C4B4-2C85-E372-6C81-D107E5607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7978"/>
            <a:ext cx="11979667" cy="4971897"/>
          </a:xfrm>
        </p:spPr>
      </p:pic>
    </p:spTree>
    <p:extLst>
      <p:ext uri="{BB962C8B-B14F-4D97-AF65-F5344CB8AC3E}">
        <p14:creationId xmlns:p14="http://schemas.microsoft.com/office/powerpoint/2010/main" val="2180835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0D836-A715-6EA3-83B5-187B35EA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77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Q.8.Monthly Target Achievements  Achievement Analysis for Key Metrics 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725930-298F-B589-C075-C5995024D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32" y="1438381"/>
            <a:ext cx="11805006" cy="5280917"/>
          </a:xfrm>
        </p:spPr>
      </p:pic>
    </p:spTree>
    <p:extLst>
      <p:ext uri="{BB962C8B-B14F-4D97-AF65-F5344CB8AC3E}">
        <p14:creationId xmlns:p14="http://schemas.microsoft.com/office/powerpoint/2010/main" val="2249604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DD7F-FAE9-A6E2-6E27-57F83A9E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BD92FF-AC40-05AB-9AEC-DA6947380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19" y="287677"/>
            <a:ext cx="10515600" cy="272360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159998-71A1-C2D8-6E62-B8F39B75C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432" y="3088727"/>
            <a:ext cx="9174821" cy="24290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CF8AB0-7D1D-EF21-1DAA-866646F7A723}"/>
              </a:ext>
            </a:extLst>
          </p:cNvPr>
          <p:cNvSpPr txBox="1"/>
          <p:nvPr/>
        </p:nvSpPr>
        <p:spPr>
          <a:xfrm>
            <a:off x="924674" y="5671335"/>
            <a:ext cx="9215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Cities Reached Target New Passengers and Tourism Cities achieved target of New Passengers and Avg Passengers rating.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1119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09EC-FD7E-79EA-4BAA-697E6CC84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515600" cy="667820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Q.9 Highest and Lowest Repeat Passenger rate By city and Month (RPR %)</a:t>
            </a:r>
            <a:endParaRPr lang="en-IN" sz="18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207A11-BABD-7932-16EE-7DF67D1DE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64" y="832207"/>
            <a:ext cx="5804899" cy="42740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C2624B-07F8-8960-F1E1-A84E70C0D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463" y="832207"/>
            <a:ext cx="5404194" cy="42740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A02A99-6440-B239-A591-11253CDF414B}"/>
              </a:ext>
            </a:extLst>
          </p:cNvPr>
          <p:cNvSpPr txBox="1"/>
          <p:nvPr/>
        </p:nvSpPr>
        <p:spPr>
          <a:xfrm>
            <a:off x="318499" y="5291190"/>
            <a:ext cx="8733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2 cities</a:t>
            </a:r>
            <a:r>
              <a:rPr lang="en-US" dirty="0"/>
              <a:t>– Surat ,Lucknow</a:t>
            </a:r>
          </a:p>
          <a:p>
            <a:r>
              <a:rPr lang="en-US" b="1" dirty="0"/>
              <a:t>Bottom 2 Cities </a:t>
            </a:r>
            <a:r>
              <a:rPr lang="en-US" dirty="0"/>
              <a:t>– Mysore  ,Jaipur </a:t>
            </a:r>
          </a:p>
          <a:p>
            <a:r>
              <a:rPr lang="en-US" b="1" dirty="0"/>
              <a:t>RPR %- Highest </a:t>
            </a:r>
            <a:r>
              <a:rPr lang="en-US" dirty="0"/>
              <a:t>Month – May </a:t>
            </a:r>
          </a:p>
          <a:p>
            <a:r>
              <a:rPr lang="en-US" b="1" dirty="0"/>
              <a:t>Lowest Month </a:t>
            </a:r>
            <a:r>
              <a:rPr lang="en-US" dirty="0"/>
              <a:t>- January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478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47BD-FCEB-1859-3138-82A5F3CC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77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Business Request 1-City level fare and Summery Report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BA31FF-AE71-94ED-B948-0D5DB45E4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70" y="1232900"/>
            <a:ext cx="11198831" cy="5517221"/>
          </a:xfrm>
        </p:spPr>
      </p:pic>
    </p:spTree>
    <p:extLst>
      <p:ext uri="{BB962C8B-B14F-4D97-AF65-F5344CB8AC3E}">
        <p14:creationId xmlns:p14="http://schemas.microsoft.com/office/powerpoint/2010/main" val="1589007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55C0-7106-8652-08CC-15CE7703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475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business request -2 City-level Repeat Passenger trip frequency Report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C282B0-BDF5-5051-FB5E-CEC1D77BD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60" y="1222626"/>
            <a:ext cx="10515600" cy="5342562"/>
          </a:xfrm>
        </p:spPr>
      </p:pic>
    </p:spTree>
    <p:extLst>
      <p:ext uri="{BB962C8B-B14F-4D97-AF65-F5344CB8AC3E}">
        <p14:creationId xmlns:p14="http://schemas.microsoft.com/office/powerpoint/2010/main" val="340880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0299E-A36C-8CAC-D6A5-8750270D2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400693"/>
            <a:ext cx="10364451" cy="770561"/>
          </a:xfrm>
        </p:spPr>
        <p:txBody>
          <a:bodyPr>
            <a:normAutofit/>
          </a:bodyPr>
          <a:lstStyle/>
          <a:p>
            <a:r>
              <a:rPr lang="en-US" sz="2000" dirty="0"/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4. Identify cities with Highest and lowest cities with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total_new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passenger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62067A-C681-8ADA-6721-6190F097D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25366"/>
            <a:ext cx="9477053" cy="5532634"/>
          </a:xfrm>
        </p:spPr>
      </p:pic>
    </p:spTree>
    <p:extLst>
      <p:ext uri="{BB962C8B-B14F-4D97-AF65-F5344CB8AC3E}">
        <p14:creationId xmlns:p14="http://schemas.microsoft.com/office/powerpoint/2010/main" val="4052036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16258-F467-60DD-C080-A66A5BF2F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79" y="365125"/>
            <a:ext cx="10788721" cy="80612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5. Identify month with highest revenue for each city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3810D8-3188-ACCA-338F-F881C8987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44" y="1325366"/>
            <a:ext cx="10633753" cy="4931203"/>
          </a:xfrm>
        </p:spPr>
      </p:pic>
    </p:spTree>
    <p:extLst>
      <p:ext uri="{BB962C8B-B14F-4D97-AF65-F5344CB8AC3E}">
        <p14:creationId xmlns:p14="http://schemas.microsoft.com/office/powerpoint/2010/main" val="4209139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C981-D234-0D54-E76D-61362E74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306"/>
          </a:xfrm>
        </p:spPr>
        <p:txBody>
          <a:bodyPr>
            <a:normAutofit/>
          </a:bodyPr>
          <a:lstStyle/>
          <a:p>
            <a:r>
              <a:rPr lang="nb-NO" sz="2000" b="1" dirty="0">
                <a:latin typeface="Arial" panose="020B0604020202020204" pitchFamily="34" charset="0"/>
                <a:cs typeface="Arial" panose="020B0604020202020204" pitchFamily="34" charset="0"/>
              </a:rPr>
              <a:t>Q.6 Repeate passenger Rate Analysis--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7ADEAE-2D1B-ABC4-7A70-68F0E3B38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54" y="1350334"/>
            <a:ext cx="5759746" cy="26297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D5D5FE-E4A0-2303-8940-F54BDE65E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37633"/>
            <a:ext cx="5493032" cy="24227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A5FF95-F933-B0F4-EBBB-2CDA09313E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54" y="4048017"/>
            <a:ext cx="5473981" cy="2629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8DF721-19E9-CA73-60F7-A04C4F7511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048017"/>
            <a:ext cx="5550185" cy="262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14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5FE0-9A40-3B4A-B9A3-B529B090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0"/>
            <a:ext cx="10364451" cy="159617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3E06-E074-1F03-0B45-2798E4476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294545"/>
            <a:ext cx="10364452" cy="4496656"/>
          </a:xfrm>
        </p:spPr>
        <p:txBody>
          <a:bodyPr>
            <a:no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Trip volume and Revenue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Peak Month- February &amp; March show highest trip volume with February leading (75.4k) trips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Top Revenue cities- Jaipur, Kochi and Chandigarh generate most revenue with Jaipur leading (37.2M)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Passengers Trends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Repeat Passenger – High 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surat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(42.6%) and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lucknow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(37.1%),but low in Jaipur (11.2%)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New Passenger- Highest in Jan-Feb, Declining in May-June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Fare and Trip Distance-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Cities Like Jaipur have higher fares(484) due to longer trips while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surat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fare is lower (117) with shorter trips(11Km)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990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C3A4C-7584-AF80-ABED-70C5A83A1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25" y="380144"/>
            <a:ext cx="11045575" cy="5796819"/>
          </a:xfrm>
        </p:spPr>
        <p:txBody>
          <a:bodyPr/>
          <a:lstStyle/>
          <a:p>
            <a:r>
              <a:rPr lang="en-US" dirty="0"/>
              <a:t>Customer Rating – Jaipur, Kochi and Mysore have high rating , while </a:t>
            </a:r>
            <a:r>
              <a:rPr lang="en-US" dirty="0" err="1"/>
              <a:t>lucknow</a:t>
            </a:r>
            <a:r>
              <a:rPr lang="en-US" dirty="0"/>
              <a:t> ,</a:t>
            </a:r>
            <a:r>
              <a:rPr lang="en-US" dirty="0" err="1"/>
              <a:t>surat</a:t>
            </a:r>
            <a:r>
              <a:rPr lang="en-US" dirty="0"/>
              <a:t> and Vadodara have low rating</a:t>
            </a:r>
          </a:p>
          <a:p>
            <a:r>
              <a:rPr lang="en-US" dirty="0"/>
              <a:t>Weekend Vs Weekday Trends-</a:t>
            </a:r>
          </a:p>
          <a:p>
            <a:r>
              <a:rPr lang="en-US" dirty="0"/>
              <a:t>Tourism cities have higher weekend trip </a:t>
            </a:r>
            <a:r>
              <a:rPr lang="en-US" dirty="0" err="1"/>
              <a:t>volums</a:t>
            </a:r>
            <a:r>
              <a:rPr lang="en-US" dirty="0"/>
              <a:t> while business cities have higher volume on weekday</a:t>
            </a:r>
          </a:p>
          <a:p>
            <a:r>
              <a:rPr lang="en-US" dirty="0"/>
              <a:t>Repeat passenger rate- its peak in May(33.5%)</a:t>
            </a:r>
          </a:p>
          <a:p>
            <a:r>
              <a:rPr lang="en-US" dirty="0"/>
              <a:t>City Performance against Target-</a:t>
            </a:r>
          </a:p>
          <a:p>
            <a:r>
              <a:rPr lang="en-US" dirty="0"/>
              <a:t>Business cities met passengers target but missed trip volume and target rating while tourism cities met trip target but rating are below target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049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6D870-1B1C-2A76-22D4-00056B5F1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32881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BD525-B8DB-E3BB-D473-A10D2C899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0171"/>
            <a:ext cx="10515600" cy="4612704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Improve Service Quality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Dynamic Pricing Strategy.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Enhanced Customer Retention.- Increase Repeat passenger Rate through loyalty Program and Improved Service Offering.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Expand Vs Fleet – Integrate Eco friendly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Vehical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high Demand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Leverage Seasonal trends-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Prioritize marketing and Promotion around Peak months and Weekend in tourism in tourism cities.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154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D27AA-9D04-ECE7-976D-E669B8D70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176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BE5895-85CD-4801-B071-1A0ADDDC3A68}"/>
              </a:ext>
            </a:extLst>
          </p:cNvPr>
          <p:cNvSpPr/>
          <p:nvPr/>
        </p:nvSpPr>
        <p:spPr>
          <a:xfrm>
            <a:off x="2352782" y="2967332"/>
            <a:ext cx="729465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perspectiveRelaxedModerately"/>
              <a:lightRig rig="threePt" dir="t"/>
            </a:scene3d>
          </a:bodyPr>
          <a:lstStyle/>
          <a:p>
            <a:pPr algn="ctr"/>
            <a:r>
              <a:rPr lang="en-US" sz="8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latin typeface="Arial Black" panose="020B0A04020102020204" pitchFamily="34" charset="0"/>
              </a:rPr>
              <a:t>Thank  You</a:t>
            </a:r>
            <a:endParaRPr lang="en-IN" sz="80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27799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315</TotalTime>
  <Words>837</Words>
  <Application>Microsoft Office PowerPoint</Application>
  <PresentationFormat>Widescreen</PresentationFormat>
  <Paragraphs>113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Arial Black</vt:lpstr>
      <vt:lpstr>Tw Cen MT</vt:lpstr>
      <vt:lpstr>Droplet</vt:lpstr>
      <vt:lpstr> Code Basics Resume Project Challenge #13</vt:lpstr>
      <vt:lpstr>Agenda</vt:lpstr>
      <vt:lpstr>Introduction</vt:lpstr>
      <vt:lpstr>Key Metrics Overview</vt:lpstr>
      <vt:lpstr>Data Model</vt:lpstr>
      <vt:lpstr> </vt:lpstr>
      <vt:lpstr>Q.1  Identify Top 3 and Bottom 3 cities by total trips over entire analysis periods</vt:lpstr>
      <vt:lpstr>Q.2 Average. Fare per Trip by City   Calculate The avg. fare Trip for Each City and compare it with city's avg trip distance . Identify Cities  with highest and lowest avg. fare per trip to access pricing efficiency </vt:lpstr>
      <vt:lpstr>Q3. Average Rating by City and Passenger Type  Calculate average passenger and driver rating for each city, segemneted by passenger type(new vs Repeated). Identify cities with highest and lowest avg rating</vt:lpstr>
      <vt:lpstr>Q.4 Peak and Low Demand Months By city  Calculate Month wise Highest Total Trip (High Demand) and Month wise lowest trip (Low Demand)</vt:lpstr>
      <vt:lpstr>Q.6 Weekend Vs Weekday Trip Demand City Compare the total trips taken on weekend Vs Weekday for each City Over the six month </vt:lpstr>
      <vt:lpstr>Q.7 Repeat Passenger Frequency and City Contribution Analysis  Analysis the Frequency of Trip  taken by repeat passengers in Each City</vt:lpstr>
      <vt:lpstr>Q.8.Monthly Target Achievements  Achievement Analysis for Key Metrics </vt:lpstr>
      <vt:lpstr>PowerPoint Presentation</vt:lpstr>
      <vt:lpstr>Q.9 Highest and Lowest Repeat Passenger rate By city and Month (RPR %)</vt:lpstr>
      <vt:lpstr>Business Request 1-City level fare and Summery Report</vt:lpstr>
      <vt:lpstr>business request -2 City-level Repeat Passenger trip frequency Report</vt:lpstr>
      <vt:lpstr> 4. Identify cities with Highest and lowest cities with total_new passenger</vt:lpstr>
      <vt:lpstr>5. Identify month with highest revenue for each city</vt:lpstr>
      <vt:lpstr>Q.6 Repeate passenger Rate Analysis--</vt:lpstr>
      <vt:lpstr>Key Insights</vt:lpstr>
      <vt:lpstr>PowerPoint Presentation</vt:lpstr>
      <vt:lpstr>Recommendation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kalyani patange</dc:creator>
  <cp:lastModifiedBy>kalyani patange</cp:lastModifiedBy>
  <cp:revision>14</cp:revision>
  <dcterms:created xsi:type="dcterms:W3CDTF">2026-04-21T04:16:57Z</dcterms:created>
  <dcterms:modified xsi:type="dcterms:W3CDTF">2026-04-22T05:11:44Z</dcterms:modified>
</cp:coreProperties>
</file>